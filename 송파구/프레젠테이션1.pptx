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7279938" cy="183594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9" autoAdjust="0"/>
    <p:restoredTop sz="94660"/>
  </p:normalViewPr>
  <p:slideViewPr>
    <p:cSldViewPr snapToGrid="0">
      <p:cViewPr>
        <p:scale>
          <a:sx n="150" d="100"/>
          <a:sy n="150" d="100"/>
        </p:scale>
        <p:origin x="-5744" y="-4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996" y="3004660"/>
            <a:ext cx="14687947" cy="6391804"/>
          </a:xfrm>
        </p:spPr>
        <p:txBody>
          <a:bodyPr anchor="b"/>
          <a:lstStyle>
            <a:lvl1pPr algn="ctr">
              <a:defRPr sz="113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59992" y="9642956"/>
            <a:ext cx="12959954" cy="4432613"/>
          </a:xfrm>
        </p:spPr>
        <p:txBody>
          <a:bodyPr/>
          <a:lstStyle>
            <a:lvl1pPr marL="0" indent="0" algn="ctr">
              <a:buNone/>
              <a:defRPr sz="4536"/>
            </a:lvl1pPr>
            <a:lvl2pPr marL="864017" indent="0" algn="ctr">
              <a:buNone/>
              <a:defRPr sz="3780"/>
            </a:lvl2pPr>
            <a:lvl3pPr marL="1728033" indent="0" algn="ctr">
              <a:buNone/>
              <a:defRPr sz="3402"/>
            </a:lvl3pPr>
            <a:lvl4pPr marL="2592050" indent="0" algn="ctr">
              <a:buNone/>
              <a:defRPr sz="3024"/>
            </a:lvl4pPr>
            <a:lvl5pPr marL="3456066" indent="0" algn="ctr">
              <a:buNone/>
              <a:defRPr sz="3024"/>
            </a:lvl5pPr>
            <a:lvl6pPr marL="4320083" indent="0" algn="ctr">
              <a:buNone/>
              <a:defRPr sz="3024"/>
            </a:lvl6pPr>
            <a:lvl7pPr marL="5184099" indent="0" algn="ctr">
              <a:buNone/>
              <a:defRPr sz="3024"/>
            </a:lvl7pPr>
            <a:lvl8pPr marL="6048116" indent="0" algn="ctr">
              <a:buNone/>
              <a:defRPr sz="3024"/>
            </a:lvl8pPr>
            <a:lvl9pPr marL="6912132" indent="0" algn="ctr">
              <a:buNone/>
              <a:defRPr sz="302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C2FB8-E33E-4055-90AD-6FF377520854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C5BC-E5CC-46A1-B9A9-8159B06A7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7965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C2FB8-E33E-4055-90AD-6FF377520854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C5BC-E5CC-46A1-B9A9-8159B06A7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35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8996" y="4577115"/>
            <a:ext cx="14903947" cy="7637015"/>
          </a:xfrm>
        </p:spPr>
        <p:txBody>
          <a:bodyPr anchor="b"/>
          <a:lstStyle>
            <a:lvl1pPr>
              <a:defRPr sz="1133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8996" y="12286379"/>
            <a:ext cx="14903947" cy="4016126"/>
          </a:xfrm>
        </p:spPr>
        <p:txBody>
          <a:bodyPr/>
          <a:lstStyle>
            <a:lvl1pPr marL="0" indent="0">
              <a:buNone/>
              <a:defRPr sz="4536">
                <a:solidFill>
                  <a:schemeClr val="tx1"/>
                </a:solidFill>
              </a:defRPr>
            </a:lvl1pPr>
            <a:lvl2pPr marL="86401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2pPr>
            <a:lvl3pPr marL="1728033" indent="0">
              <a:buNone/>
              <a:defRPr sz="3402">
                <a:solidFill>
                  <a:schemeClr val="tx1">
                    <a:tint val="75000"/>
                  </a:schemeClr>
                </a:solidFill>
              </a:defRPr>
            </a:lvl3pPr>
            <a:lvl4pPr marL="2592050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4pPr>
            <a:lvl5pPr marL="3456066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5pPr>
            <a:lvl6pPr marL="4320083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6pPr>
            <a:lvl7pPr marL="5184099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7pPr>
            <a:lvl8pPr marL="6048116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8pPr>
            <a:lvl9pPr marL="6912132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C2FB8-E33E-4055-90AD-6FF377520854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C5BC-E5CC-46A1-B9A9-8159B06A7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585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7996" y="4887350"/>
            <a:ext cx="7343974" cy="116488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47968" y="4887350"/>
            <a:ext cx="7343974" cy="116488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C2FB8-E33E-4055-90AD-6FF377520854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C5BC-E5CC-46A1-B9A9-8159B06A7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370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977474"/>
            <a:ext cx="14903947" cy="354864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0248" y="4500614"/>
            <a:ext cx="7310223" cy="2205681"/>
          </a:xfrm>
        </p:spPr>
        <p:txBody>
          <a:bodyPr anchor="b"/>
          <a:lstStyle>
            <a:lvl1pPr marL="0" indent="0">
              <a:buNone/>
              <a:defRPr sz="4536" b="1"/>
            </a:lvl1pPr>
            <a:lvl2pPr marL="864017" indent="0">
              <a:buNone/>
              <a:defRPr sz="3780" b="1"/>
            </a:lvl2pPr>
            <a:lvl3pPr marL="1728033" indent="0">
              <a:buNone/>
              <a:defRPr sz="3402" b="1"/>
            </a:lvl3pPr>
            <a:lvl4pPr marL="2592050" indent="0">
              <a:buNone/>
              <a:defRPr sz="3024" b="1"/>
            </a:lvl4pPr>
            <a:lvl5pPr marL="3456066" indent="0">
              <a:buNone/>
              <a:defRPr sz="3024" b="1"/>
            </a:lvl5pPr>
            <a:lvl6pPr marL="4320083" indent="0">
              <a:buNone/>
              <a:defRPr sz="3024" b="1"/>
            </a:lvl6pPr>
            <a:lvl7pPr marL="5184099" indent="0">
              <a:buNone/>
              <a:defRPr sz="3024" b="1"/>
            </a:lvl7pPr>
            <a:lvl8pPr marL="6048116" indent="0">
              <a:buNone/>
              <a:defRPr sz="3024" b="1"/>
            </a:lvl8pPr>
            <a:lvl9pPr marL="6912132" indent="0">
              <a:buNone/>
              <a:defRPr sz="302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248" y="6706295"/>
            <a:ext cx="7310223" cy="986394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747970" y="4500614"/>
            <a:ext cx="7346224" cy="2205681"/>
          </a:xfrm>
        </p:spPr>
        <p:txBody>
          <a:bodyPr anchor="b"/>
          <a:lstStyle>
            <a:lvl1pPr marL="0" indent="0">
              <a:buNone/>
              <a:defRPr sz="4536" b="1"/>
            </a:lvl1pPr>
            <a:lvl2pPr marL="864017" indent="0">
              <a:buNone/>
              <a:defRPr sz="3780" b="1"/>
            </a:lvl2pPr>
            <a:lvl3pPr marL="1728033" indent="0">
              <a:buNone/>
              <a:defRPr sz="3402" b="1"/>
            </a:lvl3pPr>
            <a:lvl4pPr marL="2592050" indent="0">
              <a:buNone/>
              <a:defRPr sz="3024" b="1"/>
            </a:lvl4pPr>
            <a:lvl5pPr marL="3456066" indent="0">
              <a:buNone/>
              <a:defRPr sz="3024" b="1"/>
            </a:lvl5pPr>
            <a:lvl6pPr marL="4320083" indent="0">
              <a:buNone/>
              <a:defRPr sz="3024" b="1"/>
            </a:lvl6pPr>
            <a:lvl7pPr marL="5184099" indent="0">
              <a:buNone/>
              <a:defRPr sz="3024" b="1"/>
            </a:lvl7pPr>
            <a:lvl8pPr marL="6048116" indent="0">
              <a:buNone/>
              <a:defRPr sz="3024" b="1"/>
            </a:lvl8pPr>
            <a:lvl9pPr marL="6912132" indent="0">
              <a:buNone/>
              <a:defRPr sz="302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747970" y="6706295"/>
            <a:ext cx="7346224" cy="986394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C2FB8-E33E-4055-90AD-6FF377520854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C5BC-E5CC-46A1-B9A9-8159B06A7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070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C2FB8-E33E-4055-90AD-6FF377520854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C5BC-E5CC-46A1-B9A9-8159B06A7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96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C2FB8-E33E-4055-90AD-6FF377520854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C5BC-E5CC-46A1-B9A9-8159B06A7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219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1223962"/>
            <a:ext cx="5573230" cy="4283869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6224" y="2643423"/>
            <a:ext cx="8747969" cy="13047101"/>
          </a:xfrm>
        </p:spPr>
        <p:txBody>
          <a:bodyPr/>
          <a:lstStyle>
            <a:lvl1pPr>
              <a:defRPr sz="6047"/>
            </a:lvl1pPr>
            <a:lvl2pPr>
              <a:defRPr sz="5291"/>
            </a:lvl2pPr>
            <a:lvl3pPr>
              <a:defRPr sz="4536"/>
            </a:lvl3pPr>
            <a:lvl4pPr>
              <a:defRPr sz="3780"/>
            </a:lvl4pPr>
            <a:lvl5pPr>
              <a:defRPr sz="3780"/>
            </a:lvl5pPr>
            <a:lvl6pPr>
              <a:defRPr sz="3780"/>
            </a:lvl6pPr>
            <a:lvl7pPr>
              <a:defRPr sz="3780"/>
            </a:lvl7pPr>
            <a:lvl8pPr>
              <a:defRPr sz="3780"/>
            </a:lvl8pPr>
            <a:lvl9pPr>
              <a:defRPr sz="378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6" y="5507831"/>
            <a:ext cx="5573230" cy="10203939"/>
          </a:xfrm>
        </p:spPr>
        <p:txBody>
          <a:bodyPr/>
          <a:lstStyle>
            <a:lvl1pPr marL="0" indent="0">
              <a:buNone/>
              <a:defRPr sz="3024"/>
            </a:lvl1pPr>
            <a:lvl2pPr marL="864017" indent="0">
              <a:buNone/>
              <a:defRPr sz="2646"/>
            </a:lvl2pPr>
            <a:lvl3pPr marL="1728033" indent="0">
              <a:buNone/>
              <a:defRPr sz="2268"/>
            </a:lvl3pPr>
            <a:lvl4pPr marL="2592050" indent="0">
              <a:buNone/>
              <a:defRPr sz="1890"/>
            </a:lvl4pPr>
            <a:lvl5pPr marL="3456066" indent="0">
              <a:buNone/>
              <a:defRPr sz="1890"/>
            </a:lvl5pPr>
            <a:lvl6pPr marL="4320083" indent="0">
              <a:buNone/>
              <a:defRPr sz="1890"/>
            </a:lvl6pPr>
            <a:lvl7pPr marL="5184099" indent="0">
              <a:buNone/>
              <a:defRPr sz="1890"/>
            </a:lvl7pPr>
            <a:lvl8pPr marL="6048116" indent="0">
              <a:buNone/>
              <a:defRPr sz="1890"/>
            </a:lvl8pPr>
            <a:lvl9pPr marL="6912132" indent="0">
              <a:buNone/>
              <a:defRPr sz="189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C2FB8-E33E-4055-90AD-6FF377520854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C5BC-E5CC-46A1-B9A9-8159B06A7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166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0246" y="1223962"/>
            <a:ext cx="5573230" cy="4283869"/>
          </a:xfrm>
        </p:spPr>
        <p:txBody>
          <a:bodyPr anchor="b"/>
          <a:lstStyle>
            <a:lvl1pPr>
              <a:defRPr sz="604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46224" y="2643423"/>
            <a:ext cx="8747969" cy="13047101"/>
          </a:xfrm>
        </p:spPr>
        <p:txBody>
          <a:bodyPr anchor="t"/>
          <a:lstStyle>
            <a:lvl1pPr marL="0" indent="0">
              <a:buNone/>
              <a:defRPr sz="6047"/>
            </a:lvl1pPr>
            <a:lvl2pPr marL="864017" indent="0">
              <a:buNone/>
              <a:defRPr sz="5291"/>
            </a:lvl2pPr>
            <a:lvl3pPr marL="1728033" indent="0">
              <a:buNone/>
              <a:defRPr sz="4536"/>
            </a:lvl3pPr>
            <a:lvl4pPr marL="2592050" indent="0">
              <a:buNone/>
              <a:defRPr sz="3780"/>
            </a:lvl4pPr>
            <a:lvl5pPr marL="3456066" indent="0">
              <a:buNone/>
              <a:defRPr sz="3780"/>
            </a:lvl5pPr>
            <a:lvl6pPr marL="4320083" indent="0">
              <a:buNone/>
              <a:defRPr sz="3780"/>
            </a:lvl6pPr>
            <a:lvl7pPr marL="5184099" indent="0">
              <a:buNone/>
              <a:defRPr sz="3780"/>
            </a:lvl7pPr>
            <a:lvl8pPr marL="6048116" indent="0">
              <a:buNone/>
              <a:defRPr sz="3780"/>
            </a:lvl8pPr>
            <a:lvl9pPr marL="6912132" indent="0">
              <a:buNone/>
              <a:defRPr sz="378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0246" y="5507831"/>
            <a:ext cx="5573230" cy="10203939"/>
          </a:xfrm>
        </p:spPr>
        <p:txBody>
          <a:bodyPr/>
          <a:lstStyle>
            <a:lvl1pPr marL="0" indent="0">
              <a:buNone/>
              <a:defRPr sz="3024"/>
            </a:lvl1pPr>
            <a:lvl2pPr marL="864017" indent="0">
              <a:buNone/>
              <a:defRPr sz="2646"/>
            </a:lvl2pPr>
            <a:lvl3pPr marL="1728033" indent="0">
              <a:buNone/>
              <a:defRPr sz="2268"/>
            </a:lvl3pPr>
            <a:lvl4pPr marL="2592050" indent="0">
              <a:buNone/>
              <a:defRPr sz="1890"/>
            </a:lvl4pPr>
            <a:lvl5pPr marL="3456066" indent="0">
              <a:buNone/>
              <a:defRPr sz="1890"/>
            </a:lvl5pPr>
            <a:lvl6pPr marL="4320083" indent="0">
              <a:buNone/>
              <a:defRPr sz="1890"/>
            </a:lvl6pPr>
            <a:lvl7pPr marL="5184099" indent="0">
              <a:buNone/>
              <a:defRPr sz="1890"/>
            </a:lvl7pPr>
            <a:lvl8pPr marL="6048116" indent="0">
              <a:buNone/>
              <a:defRPr sz="1890"/>
            </a:lvl8pPr>
            <a:lvl9pPr marL="6912132" indent="0">
              <a:buNone/>
              <a:defRPr sz="189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C2FB8-E33E-4055-90AD-6FF377520854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C5BC-E5CC-46A1-B9A9-8159B06A7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243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C2FB8-E33E-4055-90AD-6FF377520854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C5BC-E5CC-46A1-B9A9-8159B06A7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398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365956" y="977470"/>
            <a:ext cx="3725987" cy="155587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87997" y="977470"/>
            <a:ext cx="10961961" cy="155587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C2FB8-E33E-4055-90AD-6FF377520854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6FC5BC-E5CC-46A1-B9A9-8159B06A7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440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87996" y="977474"/>
            <a:ext cx="14903947" cy="3548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996" y="4887350"/>
            <a:ext cx="14903947" cy="11648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87996" y="17016483"/>
            <a:ext cx="3887986" cy="977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C2FB8-E33E-4055-90AD-6FF377520854}" type="datetimeFigureOut">
              <a:rPr lang="ko-KR" altLang="en-US" smtClean="0"/>
              <a:t>2026-04-30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723980" y="17016483"/>
            <a:ext cx="5831979" cy="977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203956" y="17016483"/>
            <a:ext cx="3887986" cy="977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6FC5BC-E5CC-46A1-B9A9-8159B06A78C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370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728033" rtl="0" eaLnBrk="1" latinLnBrk="1" hangingPunct="1">
        <a:lnSpc>
          <a:spcPct val="90000"/>
        </a:lnSpc>
        <a:spcBef>
          <a:spcPct val="0"/>
        </a:spcBef>
        <a:buNone/>
        <a:defRPr sz="83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8" indent="-432008" algn="l" defTabSz="1728033" rtl="0" eaLnBrk="1" latinLnBrk="1" hangingPunct="1">
        <a:lnSpc>
          <a:spcPct val="90000"/>
        </a:lnSpc>
        <a:spcBef>
          <a:spcPts val="1890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1pPr>
      <a:lvl2pPr marL="1296025" indent="-432008" algn="l" defTabSz="1728033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4536" kern="1200">
          <a:solidFill>
            <a:schemeClr val="tx1"/>
          </a:solidFill>
          <a:latin typeface="+mn-lt"/>
          <a:ea typeface="+mn-ea"/>
          <a:cs typeface="+mn-cs"/>
        </a:defRPr>
      </a:lvl2pPr>
      <a:lvl3pPr marL="2160041" indent="-432008" algn="l" defTabSz="1728033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3024058" indent="-432008" algn="l" defTabSz="1728033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4pPr>
      <a:lvl5pPr marL="3888075" indent="-432008" algn="l" defTabSz="1728033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5pPr>
      <a:lvl6pPr marL="4752091" indent="-432008" algn="l" defTabSz="1728033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6pPr>
      <a:lvl7pPr marL="5616108" indent="-432008" algn="l" defTabSz="1728033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7pPr>
      <a:lvl8pPr marL="6480124" indent="-432008" algn="l" defTabSz="1728033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8pPr>
      <a:lvl9pPr marL="7344141" indent="-432008" algn="l" defTabSz="1728033" rtl="0" eaLnBrk="1" latinLnBrk="1" hangingPunct="1">
        <a:lnSpc>
          <a:spcPct val="90000"/>
        </a:lnSpc>
        <a:spcBef>
          <a:spcPts val="945"/>
        </a:spcBef>
        <a:buFont typeface="Arial" panose="020B0604020202020204" pitchFamily="34" charset="0"/>
        <a:buChar char="•"/>
        <a:defRPr sz="34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728033" rtl="0" eaLnBrk="1" latinLnBrk="1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1pPr>
      <a:lvl2pPr marL="864017" algn="l" defTabSz="1728033" rtl="0" eaLnBrk="1" latinLnBrk="1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2pPr>
      <a:lvl3pPr marL="1728033" algn="l" defTabSz="1728033" rtl="0" eaLnBrk="1" latinLnBrk="1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3pPr>
      <a:lvl4pPr marL="2592050" algn="l" defTabSz="1728033" rtl="0" eaLnBrk="1" latinLnBrk="1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4pPr>
      <a:lvl5pPr marL="3456066" algn="l" defTabSz="1728033" rtl="0" eaLnBrk="1" latinLnBrk="1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5pPr>
      <a:lvl6pPr marL="4320083" algn="l" defTabSz="1728033" rtl="0" eaLnBrk="1" latinLnBrk="1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6pPr>
      <a:lvl7pPr marL="5184099" algn="l" defTabSz="1728033" rtl="0" eaLnBrk="1" latinLnBrk="1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7pPr>
      <a:lvl8pPr marL="6048116" algn="l" defTabSz="1728033" rtl="0" eaLnBrk="1" latinLnBrk="1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8pPr>
      <a:lvl9pPr marL="6912132" algn="l" defTabSz="1728033" rtl="0" eaLnBrk="1" latinLnBrk="1" hangingPunct="1">
        <a:defRPr sz="34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7255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0</Words>
  <Application>Microsoft Office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홍한나</dc:creator>
  <cp:lastModifiedBy>홍한나</cp:lastModifiedBy>
  <cp:revision>1</cp:revision>
  <dcterms:created xsi:type="dcterms:W3CDTF">2026-04-30T07:59:37Z</dcterms:created>
  <dcterms:modified xsi:type="dcterms:W3CDTF">2026-04-30T08:02:50Z</dcterms:modified>
</cp:coreProperties>
</file>